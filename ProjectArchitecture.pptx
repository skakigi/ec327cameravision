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44" y="6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2E344-8929-C345-7F49-4B076187F5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3D4E015-3A6C-1AC6-F34D-8F14CDAC00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2DD6C8A-CBA6-CD9B-2EE0-0E8503A5847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74EBD4C0-16F7-D623-654B-6322B46043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40571F-A525-A5F9-C021-04E57752C79B}"/>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13423527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C73E3F-8BC7-7E7D-D674-649EB0E29F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2A7CD4-CD51-34A0-EFA5-D69019BF9F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959AF0-53CD-2328-98AC-C6C8B005516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A8B91212-9C06-9011-FEA6-E1D43603EF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9273E38-AB0E-626E-2E56-9E99907648D4}"/>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111572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1F664-B226-EFB3-40B9-E1448308D5A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AF8C00-ECE3-18EC-FEDE-5BECF271E8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9F92F8-329B-2110-23FD-41A546EEE4B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20B05F4B-9C76-5D00-8D26-10E08CC986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947A2C-A6D6-1D90-7686-9CAE329B0063}"/>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2071957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A4A10-AA7F-E06C-41AA-28B845FC7E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F8E539-CA74-EB7F-270E-B002E8C84DB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A5985D-F16A-464D-A224-15C4B1F43E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D5CE75-776C-D0DC-F3F4-1DD319565559}"/>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6" name="Footer Placeholder 5">
            <a:extLst>
              <a:ext uri="{FF2B5EF4-FFF2-40B4-BE49-F238E27FC236}">
                <a16:creationId xmlns:a16="http://schemas.microsoft.com/office/drawing/2014/main" id="{ADB00A5E-1407-B765-F37B-3E8C1E1067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509A1F-E054-645F-46B3-832F8A237FAF}"/>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20604185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A2CD0-4DCD-506C-CBB2-9D873CC211E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EF08F41-03E5-A030-F983-B784A58B9DD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E75A93-7363-C77B-BB0D-36C9E42B157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9A4538-9BD7-7E33-63AA-2297CE172A4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037F19-7FD9-2641-0808-830AB4FB7C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2E724C8-0FF4-D85F-E3E7-325DA8D8939B}"/>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8" name="Footer Placeholder 7">
            <a:extLst>
              <a:ext uri="{FF2B5EF4-FFF2-40B4-BE49-F238E27FC236}">
                <a16:creationId xmlns:a16="http://schemas.microsoft.com/office/drawing/2014/main" id="{FB1A8F3C-0D13-C6F8-18EC-28211E57DF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A90881B-2936-C36A-8B07-1784509EE1D8}"/>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21823663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F5320-7EC2-4319-F884-D2F534591A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46F6AEE-F9D4-9DF5-9854-FCB91E580211}"/>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4" name="Footer Placeholder 3">
            <a:extLst>
              <a:ext uri="{FF2B5EF4-FFF2-40B4-BE49-F238E27FC236}">
                <a16:creationId xmlns:a16="http://schemas.microsoft.com/office/drawing/2014/main" id="{20C65A02-EFA2-0939-748E-E3C3378EB6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323847-D038-1432-CAD5-00FD03CBBEA9}"/>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74854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DC05C0-F49E-BE7E-5D48-82153ADE1554}"/>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3" name="Footer Placeholder 2">
            <a:extLst>
              <a:ext uri="{FF2B5EF4-FFF2-40B4-BE49-F238E27FC236}">
                <a16:creationId xmlns:a16="http://schemas.microsoft.com/office/drawing/2014/main" id="{B3A3A800-50FA-D5DE-3873-4D21D2B4AC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0CC05A6-B6BC-312A-3212-00B4C31110CB}"/>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2988494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6097-7882-BCC8-0534-E704F59BD9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ACE3C5-6BBF-8D3F-A34A-C65FF316E89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61BF09-0ACE-B966-AE4F-1524C59401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A1CA38-FB91-7AD6-A023-D191E170A03A}"/>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6" name="Footer Placeholder 5">
            <a:extLst>
              <a:ext uri="{FF2B5EF4-FFF2-40B4-BE49-F238E27FC236}">
                <a16:creationId xmlns:a16="http://schemas.microsoft.com/office/drawing/2014/main" id="{61F874A2-A4D0-6061-67B6-6F843E8BEB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D0BB476-167C-5273-7007-37C84F69C556}"/>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598228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54AE2-54A7-18E1-56B4-9FFBDC9621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C9DDE4A-8DF4-C98A-7959-A82293C4505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6C9DBC-A211-5303-81DB-039E09ED3F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5D6878-6983-4EF4-9CB8-F69BF95B6405}"/>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6" name="Footer Placeholder 5">
            <a:extLst>
              <a:ext uri="{FF2B5EF4-FFF2-40B4-BE49-F238E27FC236}">
                <a16:creationId xmlns:a16="http://schemas.microsoft.com/office/drawing/2014/main" id="{FDE45B40-5557-F9B7-44EC-B571E2546A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1AEB03-D1BB-56AE-5A2C-47EC16E6DF4C}"/>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5149814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628FD2-882B-AD58-3D39-F11B53CF8C5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3A6250-15BC-6E2E-8453-15422C9C1AB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D2BC87-E0C6-15D8-ED7B-70CA13EAEE5C}"/>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201BD1FA-0D59-D3E5-EAA9-8DBA12463F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C235F3-BB0E-3A36-DD1D-686B22679B1C}"/>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3866333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CD7016-D7F8-0BED-68A9-FEABCF88A54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5666CF-3692-004E-3CD4-1D30B51472F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172911-447A-7758-BE3B-DBA551C62BA7}"/>
              </a:ext>
            </a:extLst>
          </p:cNvPr>
          <p:cNvSpPr>
            <a:spLocks noGrp="1"/>
          </p:cNvSpPr>
          <p:nvPr>
            <p:ph type="dt" sz="half" idx="10"/>
          </p:nvPr>
        </p:nvSpPr>
        <p:spPr/>
        <p:txBody>
          <a:body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4F9C8B90-273B-54E9-047E-7552819468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F3BC31-F902-3F98-CA35-AAA80B211368}"/>
              </a:ext>
            </a:extLst>
          </p:cNvPr>
          <p:cNvSpPr>
            <a:spLocks noGrp="1"/>
          </p:cNvSpPr>
          <p:nvPr>
            <p:ph type="sldNum" sz="quarter" idx="12"/>
          </p:nvPr>
        </p:nvSpPr>
        <p:spPr/>
        <p:txBody>
          <a:bodyPr/>
          <a:lstStyle/>
          <a:p>
            <a:fld id="{F710BD69-8842-4E15-9FEF-C3CE3459C53E}" type="slidenum">
              <a:rPr lang="en-US" smtClean="0"/>
              <a:t>‹#›</a:t>
            </a:fld>
            <a:endParaRPr lang="en-US"/>
          </a:p>
        </p:txBody>
      </p:sp>
    </p:spTree>
    <p:extLst>
      <p:ext uri="{BB962C8B-B14F-4D97-AF65-F5344CB8AC3E}">
        <p14:creationId xmlns:p14="http://schemas.microsoft.com/office/powerpoint/2010/main" val="42547727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E04373-0A39-F7FD-23A7-916B8C1B27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18C984-5DEB-F2D1-3A14-B6E7AC7498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DB0A48-A848-14D1-46D3-2F283384D3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5B1D2A-CA32-4817-8FC8-BE3BE70D5126}" type="datetimeFigureOut">
              <a:rPr lang="en-US" smtClean="0"/>
              <a:t>12/12/2022</a:t>
            </a:fld>
            <a:endParaRPr lang="en-US"/>
          </a:p>
        </p:txBody>
      </p:sp>
      <p:sp>
        <p:nvSpPr>
          <p:cNvPr id="5" name="Footer Placeholder 4">
            <a:extLst>
              <a:ext uri="{FF2B5EF4-FFF2-40B4-BE49-F238E27FC236}">
                <a16:creationId xmlns:a16="http://schemas.microsoft.com/office/drawing/2014/main" id="{E41A67CD-2BA7-35C2-4C32-012152124AD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708F4DC-5D55-F22C-9C51-295BA5DC68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10BD69-8842-4E15-9FEF-C3CE3459C53E}" type="slidenum">
              <a:rPr lang="en-US" smtClean="0"/>
              <a:t>‹#›</a:t>
            </a:fld>
            <a:endParaRPr lang="en-US"/>
          </a:p>
        </p:txBody>
      </p:sp>
    </p:spTree>
    <p:extLst>
      <p:ext uri="{BB962C8B-B14F-4D97-AF65-F5344CB8AC3E}">
        <p14:creationId xmlns:p14="http://schemas.microsoft.com/office/powerpoint/2010/main" val="23427350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087BD-C0D2-E6D0-9217-88075AB160D2}"/>
              </a:ext>
            </a:extLst>
          </p:cNvPr>
          <p:cNvSpPr>
            <a:spLocks noGrp="1"/>
          </p:cNvSpPr>
          <p:nvPr>
            <p:ph type="ctrTitle"/>
          </p:nvPr>
        </p:nvSpPr>
        <p:spPr/>
        <p:txBody>
          <a:bodyPr/>
          <a:lstStyle/>
          <a:p>
            <a:r>
              <a:rPr lang="en-US" dirty="0"/>
              <a:t>Project Architecture</a:t>
            </a:r>
          </a:p>
        </p:txBody>
      </p:sp>
      <p:sp>
        <p:nvSpPr>
          <p:cNvPr id="3" name="Subtitle 2">
            <a:extLst>
              <a:ext uri="{FF2B5EF4-FFF2-40B4-BE49-F238E27FC236}">
                <a16:creationId xmlns:a16="http://schemas.microsoft.com/office/drawing/2014/main" id="{178C44B0-6CB7-9163-791F-689FA5A98F89}"/>
              </a:ext>
            </a:extLst>
          </p:cNvPr>
          <p:cNvSpPr>
            <a:spLocks noGrp="1"/>
          </p:cNvSpPr>
          <p:nvPr>
            <p:ph type="subTitle" idx="1"/>
          </p:nvPr>
        </p:nvSpPr>
        <p:spPr/>
        <p:txBody>
          <a:bodyPr/>
          <a:lstStyle/>
          <a:p>
            <a:r>
              <a:rPr lang="en-US" dirty="0"/>
              <a:t>Machine learning fruit identifier Android App.</a:t>
            </a:r>
          </a:p>
        </p:txBody>
      </p:sp>
    </p:spTree>
    <p:extLst>
      <p:ext uri="{BB962C8B-B14F-4D97-AF65-F5344CB8AC3E}">
        <p14:creationId xmlns:p14="http://schemas.microsoft.com/office/powerpoint/2010/main" val="311161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53C215F-7101-2758-1B99-FB5CCBA5C344}"/>
              </a:ext>
            </a:extLst>
          </p:cNvPr>
          <p:cNvSpPr>
            <a:spLocks noGrp="1"/>
          </p:cNvSpPr>
          <p:nvPr>
            <p:ph type="title"/>
          </p:nvPr>
        </p:nvSpPr>
        <p:spPr>
          <a:xfrm>
            <a:off x="643467" y="321734"/>
            <a:ext cx="10905066" cy="1135737"/>
          </a:xfrm>
        </p:spPr>
        <p:txBody>
          <a:bodyPr>
            <a:normAutofit/>
          </a:bodyPr>
          <a:lstStyle/>
          <a:p>
            <a:r>
              <a:rPr lang="en-US" sz="3600" dirty="0"/>
              <a:t>MATLAB general script</a:t>
            </a:r>
          </a:p>
        </p:txBody>
      </p:sp>
      <p:sp>
        <p:nvSpPr>
          <p:cNvPr id="9" name="Content Placeholder 8">
            <a:extLst>
              <a:ext uri="{FF2B5EF4-FFF2-40B4-BE49-F238E27FC236}">
                <a16:creationId xmlns:a16="http://schemas.microsoft.com/office/drawing/2014/main" id="{EADCC9F1-A673-CA8A-A452-B997406F68AF}"/>
              </a:ext>
            </a:extLst>
          </p:cNvPr>
          <p:cNvSpPr>
            <a:spLocks noGrp="1"/>
          </p:cNvSpPr>
          <p:nvPr>
            <p:ph idx="1"/>
          </p:nvPr>
        </p:nvSpPr>
        <p:spPr>
          <a:xfrm>
            <a:off x="643469" y="1782981"/>
            <a:ext cx="4008384" cy="4393982"/>
          </a:xfrm>
        </p:spPr>
        <p:txBody>
          <a:bodyPr>
            <a:normAutofit fontScale="92500" lnSpcReduction="20000"/>
          </a:bodyPr>
          <a:lstStyle/>
          <a:p>
            <a:r>
              <a:rPr lang="en-US" sz="2000" dirty="0"/>
              <a:t>The MATLAB portion was broken down into 2 parts, the primary script and the 2 functions used to calculate the average vectors of each dataset of images.</a:t>
            </a:r>
          </a:p>
          <a:p>
            <a:r>
              <a:rPr lang="en-US" sz="2000" dirty="0"/>
              <a:t>The primary code first took the </a:t>
            </a:r>
            <a:r>
              <a:rPr lang="en-US" sz="2000" dirty="0" err="1"/>
              <a:t>read_matrices</a:t>
            </a:r>
            <a:r>
              <a:rPr lang="en-US" sz="2000" dirty="0"/>
              <a:t> function to create a matrix of row vectors for each image and assigned them matrices.</a:t>
            </a:r>
          </a:p>
          <a:p>
            <a:r>
              <a:rPr lang="en-US" sz="2000" dirty="0" err="1"/>
              <a:t>Fruit_vector_average</a:t>
            </a:r>
            <a:r>
              <a:rPr lang="en-US" sz="2000" dirty="0"/>
              <a:t> then took these matrices and calculated the average vectors and created row vectors.</a:t>
            </a:r>
          </a:p>
          <a:p>
            <a:r>
              <a:rPr lang="en-US" sz="2000" dirty="0" err="1"/>
              <a:t>Csvwrite</a:t>
            </a:r>
            <a:r>
              <a:rPr lang="en-US" sz="2000" dirty="0"/>
              <a:t> then converts these row vectors into csv files that can be read into other parts of our project for classification.</a:t>
            </a:r>
          </a:p>
        </p:txBody>
      </p:sp>
      <p:grpSp>
        <p:nvGrpSpPr>
          <p:cNvPr id="14" name="Group 13">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15" name="Isosceles Triangle 14">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Content Placeholder 4">
            <a:extLst>
              <a:ext uri="{FF2B5EF4-FFF2-40B4-BE49-F238E27FC236}">
                <a16:creationId xmlns:a16="http://schemas.microsoft.com/office/drawing/2014/main" id="{6AD58653-6D23-F16C-E931-F8364F34FD88}"/>
              </a:ext>
            </a:extLst>
          </p:cNvPr>
          <p:cNvPicPr>
            <a:picLocks noChangeAspect="1"/>
          </p:cNvPicPr>
          <p:nvPr/>
        </p:nvPicPr>
        <p:blipFill>
          <a:blip r:embed="rId2"/>
          <a:stretch>
            <a:fillRect/>
          </a:stretch>
        </p:blipFill>
        <p:spPr>
          <a:xfrm>
            <a:off x="5295320" y="2725755"/>
            <a:ext cx="6253212" cy="2476343"/>
          </a:xfrm>
          <a:prstGeom prst="rect">
            <a:avLst/>
          </a:prstGeom>
        </p:spPr>
      </p:pic>
      <p:grpSp>
        <p:nvGrpSpPr>
          <p:cNvPr id="18" name="Group 17">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19" name="Rectangle 18">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5184773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566528-1B12-4246-9431-5C2D7D081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F6D6A272-D1C9-5776-821B-64406E34E5C5}"/>
              </a:ext>
            </a:extLst>
          </p:cNvPr>
          <p:cNvSpPr>
            <a:spLocks noGrp="1"/>
          </p:cNvSpPr>
          <p:nvPr>
            <p:ph type="title"/>
          </p:nvPr>
        </p:nvSpPr>
        <p:spPr>
          <a:xfrm>
            <a:off x="643467" y="321734"/>
            <a:ext cx="10905066" cy="1135737"/>
          </a:xfrm>
        </p:spPr>
        <p:txBody>
          <a:bodyPr>
            <a:normAutofit/>
          </a:bodyPr>
          <a:lstStyle/>
          <a:p>
            <a:r>
              <a:rPr lang="en-US" sz="3600"/>
              <a:t>MATLAB read_matrices function</a:t>
            </a:r>
          </a:p>
        </p:txBody>
      </p:sp>
      <p:sp>
        <p:nvSpPr>
          <p:cNvPr id="9" name="Content Placeholder 8">
            <a:extLst>
              <a:ext uri="{FF2B5EF4-FFF2-40B4-BE49-F238E27FC236}">
                <a16:creationId xmlns:a16="http://schemas.microsoft.com/office/drawing/2014/main" id="{FAD1686A-B5FC-378E-CBDA-CB88B9B0B4BA}"/>
              </a:ext>
            </a:extLst>
          </p:cNvPr>
          <p:cNvSpPr>
            <a:spLocks noGrp="1"/>
          </p:cNvSpPr>
          <p:nvPr>
            <p:ph idx="1"/>
          </p:nvPr>
        </p:nvSpPr>
        <p:spPr>
          <a:xfrm>
            <a:off x="643469" y="1782981"/>
            <a:ext cx="4008384" cy="4393982"/>
          </a:xfrm>
        </p:spPr>
        <p:txBody>
          <a:bodyPr>
            <a:normAutofit fontScale="85000" lnSpcReduction="10000"/>
          </a:bodyPr>
          <a:lstStyle/>
          <a:p>
            <a:r>
              <a:rPr lang="en-US" sz="2000" dirty="0"/>
              <a:t>This function would read in the datasets which were formatted as a folder containing every jpg.</a:t>
            </a:r>
          </a:p>
          <a:p>
            <a:r>
              <a:rPr lang="en-US" sz="2000" dirty="0"/>
              <a:t>Once read into their variables it would find the length used in the for-loop.</a:t>
            </a:r>
          </a:p>
          <a:p>
            <a:r>
              <a:rPr lang="en-US" sz="2000" dirty="0"/>
              <a:t>In the for-loop it took the images and converted them into row vectors after first turning them into a 64x64x1 matrix.</a:t>
            </a:r>
          </a:p>
          <a:p>
            <a:r>
              <a:rPr lang="en-US" sz="2000" dirty="0"/>
              <a:t>Since the row vectors were all the same length due to the sizes of the images being the same it then read them into the fruits output row vector matrix with each row being a separate image seen as a vector.</a:t>
            </a:r>
          </a:p>
          <a:p>
            <a:r>
              <a:rPr lang="en-US" sz="2000" dirty="0"/>
              <a:t>This image shows the function including only the banana calculations, this same cycle was repeated for apples and oranges in the </a:t>
            </a:r>
            <a:r>
              <a:rPr lang="en-US" sz="2000"/>
              <a:t>same function</a:t>
            </a:r>
            <a:endParaRPr lang="en-US" sz="2000" dirty="0"/>
          </a:p>
        </p:txBody>
      </p:sp>
      <p:grpSp>
        <p:nvGrpSpPr>
          <p:cNvPr id="14" name="Group 13">
            <a:extLst>
              <a:ext uri="{FF2B5EF4-FFF2-40B4-BE49-F238E27FC236}">
                <a16:creationId xmlns:a16="http://schemas.microsoft.com/office/drawing/2014/main" id="{828A5161-06F1-46CF-8AD7-844680A59E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4601497"/>
            <a:ext cx="1014060" cy="2017580"/>
            <a:chOff x="0" y="4601497"/>
            <a:chExt cx="1014060" cy="2017580"/>
          </a:xfrm>
        </p:grpSpPr>
        <p:sp>
          <p:nvSpPr>
            <p:cNvPr id="15" name="Isosceles Triangle 14">
              <a:extLst>
                <a:ext uri="{FF2B5EF4-FFF2-40B4-BE49-F238E27FC236}">
                  <a16:creationId xmlns:a16="http://schemas.microsoft.com/office/drawing/2014/main" id="{D3F51FEB-38FB-4F6C-9F7B-2F2AFAB65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501760" y="5103257"/>
              <a:ext cx="2017580" cy="1014060"/>
            </a:xfrm>
            <a:prstGeom prst="triangle">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E547BA6-BAE0-43BB-A7CA-60F69CE252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427916" y="5728708"/>
              <a:ext cx="485578" cy="48557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Content Placeholder 4">
            <a:extLst>
              <a:ext uri="{FF2B5EF4-FFF2-40B4-BE49-F238E27FC236}">
                <a16:creationId xmlns:a16="http://schemas.microsoft.com/office/drawing/2014/main" id="{0FFB2FFC-DDF2-D111-B9E8-8DE908A3A88D}"/>
              </a:ext>
            </a:extLst>
          </p:cNvPr>
          <p:cNvPicPr>
            <a:picLocks noChangeAspect="1"/>
          </p:cNvPicPr>
          <p:nvPr/>
        </p:nvPicPr>
        <p:blipFill>
          <a:blip r:embed="rId2"/>
          <a:stretch>
            <a:fillRect/>
          </a:stretch>
        </p:blipFill>
        <p:spPr>
          <a:xfrm>
            <a:off x="5295320" y="1886247"/>
            <a:ext cx="6253212" cy="4155360"/>
          </a:xfrm>
          <a:prstGeom prst="rect">
            <a:avLst/>
          </a:prstGeom>
        </p:spPr>
      </p:pic>
      <p:grpSp>
        <p:nvGrpSpPr>
          <p:cNvPr id="18" name="Group 17">
            <a:extLst>
              <a:ext uri="{FF2B5EF4-FFF2-40B4-BE49-F238E27FC236}">
                <a16:creationId xmlns:a16="http://schemas.microsoft.com/office/drawing/2014/main" id="{5995D10D-E9C9-47DB-AE7E-801FEF38F5C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219290" y="1"/>
            <a:ext cx="972709" cy="1935307"/>
            <a:chOff x="10918968" y="713127"/>
            <a:chExt cx="1273032" cy="2532832"/>
          </a:xfrm>
        </p:grpSpPr>
        <p:sp>
          <p:nvSpPr>
            <p:cNvPr id="19" name="Rectangle 18">
              <a:extLst>
                <a:ext uri="{FF2B5EF4-FFF2-40B4-BE49-F238E27FC236}">
                  <a16:creationId xmlns:a16="http://schemas.microsoft.com/office/drawing/2014/main" id="{CC1A72C6-3DE4-4EC3-9AD5-9E0D40D8CE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2700000">
              <a:off x="11052629" y="2120024"/>
              <a:ext cx="645368" cy="645368"/>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0B0DA1F1-C391-4EDF-9FE0-23E86E1377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10289068" y="1343027"/>
              <a:ext cx="2532832" cy="1273032"/>
            </a:xfrm>
            <a:prstGeom prst="triangle">
              <a:avLst>
                <a:gd name="adj" fmla="val 50000"/>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2221618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8F0D6-AE4B-1E39-72E5-AC5D04B0556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37CC362-5CC5-BDCF-3D5F-1B09AD6F225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960859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AD890-CFCA-DBD1-6754-6D6D3DFF323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A9500E9-5F2F-C18C-CB49-3194FB86AAB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69712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TotalTime>
  <Words>232</Words>
  <Application>Microsoft Office PowerPoint</Application>
  <PresentationFormat>Widescreen</PresentationFormat>
  <Paragraphs>13</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Calibri Light</vt:lpstr>
      <vt:lpstr>Office Theme</vt:lpstr>
      <vt:lpstr>Project Architecture</vt:lpstr>
      <vt:lpstr>MATLAB general script</vt:lpstr>
      <vt:lpstr>MATLAB read_matrices function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Architecture</dc:title>
  <dc:creator>Silmberg, Hugo, Alexander</dc:creator>
  <cp:lastModifiedBy>Silmberg, Hugo, Alexander</cp:lastModifiedBy>
  <cp:revision>2</cp:revision>
  <dcterms:created xsi:type="dcterms:W3CDTF">2022-12-12T22:37:22Z</dcterms:created>
  <dcterms:modified xsi:type="dcterms:W3CDTF">2022-12-12T22:53:22Z</dcterms:modified>
</cp:coreProperties>
</file>